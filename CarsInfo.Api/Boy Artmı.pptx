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tr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B84D11-15A1-2AE7-7384-687EDCF92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4FC7CC4-7EE2-1912-2841-A8BD0AE23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2ECB921-BD69-9B61-AD78-E3DCC3F1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B8302FC-F008-7852-1363-774D59EC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831349-13B2-9164-B377-7D4E768A2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8648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2444402-86B6-950C-BE89-253193F70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3F2D3D0-4756-92C6-349A-842A15817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05C19A-AC2D-D5F7-425F-D569D7AE8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F162BEF-D07E-65D9-E402-9527566CF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48CF495-A8CF-FDDD-044D-D7814BBA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46390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ABA23E-B879-AD14-8872-65781BA4C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3B8C51D-92F4-846D-973C-55D8F840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567B2CB-C290-7C0D-4E1E-BF0AE819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167CE5C-7FF1-9E30-2C77-A256B9D3D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34993F-F55F-EF97-CC3D-631CB4481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57898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CF40A5-68C9-0E52-B009-B67920B5A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4A039BA-534D-BEE2-218A-FBB413FD5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11DBFC5-DACF-E6BC-124F-326DC9E34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2AFCEE8-9040-84B8-AC06-32DF38B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3C9353A-81F8-3ADE-8D79-4FBF84AF0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C990EA8-B36D-6A59-BA3F-5C4A2BE3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69213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713314-A09E-03B8-9762-4CD45E134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36447BC-76C4-6DC2-5246-0F6139FB2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6D9C8208-FE82-680F-1558-F5BA4EAA5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4389A3B4-5D60-C585-B6C9-DEEF815E10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E68C0E2-F579-4B8D-A126-D33CA10EA9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23BDBA41-1054-6E1F-5514-735B321C6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6361D873-2FFF-CA54-6224-08937116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BABC0FB-AAF6-008C-F5D6-24395B729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423733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A3E6C8-D439-FD5D-7797-CB045E1B0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37E56215-E919-D3A4-3C8F-95B9E3FA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8A4FFD9-AD37-5800-70F3-57AAB2DD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36A7B4BE-0158-C9E4-2922-97FAD4AE1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112515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F143EB80-46C8-C909-358E-318410698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2400E9D-9874-3220-D547-8F0A4A00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6DEE2C9A-8076-C1EC-F582-B47FA28C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1103586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42DB72-00E0-00DE-A4E3-F41D82E1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DB8C6A7-724F-42D7-0EC0-EB6A3A39D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91A4F8D-C67D-13B6-00F8-8DF55F6C8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FB7509D-566A-FCFB-1D40-B16587CF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D5819C-4ABC-A840-9925-7DEF443A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133D56-E18C-F929-B2F2-148890C3E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241222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285646-DEAB-697A-A765-C0CA9816C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08039619-8DAC-3415-8AA6-4F15734D2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AZ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09D7EB9-9543-B564-AFC0-F896EB330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643FE37-8D80-5A7C-EEEB-16C95C45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748FC73-E57F-8B44-579A-E0B664345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703654B-581F-D13C-61EB-1B1C0F65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7229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23A516-77FA-7C3F-22C3-82708CA7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DB34FA7-BED1-2E80-F3BC-C1DDD7326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27BB4B0-4588-CCB3-4541-C72B53D6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A282786-5008-6B89-A681-05B644133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D5E16C8-825E-EFF0-34F3-0F603EC4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1464271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BD9C089-D86E-399D-6A04-3DB701976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07E2E04-CA2F-F38E-3121-C53E561CD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54B0AFE-DC3D-FE9E-59E4-2DF007D77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89A137B-B9E8-1BE8-07C3-243FA9E2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B86603A-7300-8E1A-03A0-33F08C09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1587587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9D509435-6198-B8EB-38DF-B1E78867C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tr-AZ"/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320636-DFD4-B8F0-B668-1D92C58F1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tr-AZ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C0446BB-87AB-6CDF-3380-D7B1AE14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A2DF2-D184-464D-B4C2-B1E2C5C61D2D}" type="datetimeFigureOut">
              <a:rPr lang="tr-AZ" smtClean="0"/>
              <a:t>04/13/2026</a:t>
            </a:fld>
            <a:endParaRPr lang="tr-AZ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6EDDB5A-F481-454F-DD40-077DE1131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AZ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BA70400-06A4-2120-FB9A-0212DA9BD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01D9-965D-BD4D-A45C-C2944494D7EA}" type="slidenum">
              <a:rPr lang="tr-AZ" smtClean="0"/>
              <a:t>‹#›</a:t>
            </a:fld>
            <a:endParaRPr lang="tr-AZ"/>
          </a:p>
        </p:txBody>
      </p:sp>
    </p:spTree>
    <p:extLst>
      <p:ext uri="{BB962C8B-B14F-4D97-AF65-F5344CB8AC3E}">
        <p14:creationId xmlns:p14="http://schemas.microsoft.com/office/powerpoint/2010/main" val="322943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A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61F46C83-5415-763D-A280-EA2C3AF63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052916" cy="685800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13BE1FAF-C538-F2E5-7F40-FD7209BF7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5395"/>
            <a:ext cx="6523972" cy="2493606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0F990306-AC7D-29AE-B4C7-275C767ACB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7352"/>
            <a:ext cx="6523973" cy="27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96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892B3698-2126-5095-844C-7FBAF1CA92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327" y="0"/>
            <a:ext cx="13539868" cy="6858000"/>
          </a:xfr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3FA0D67C-A8AC-9983-6C59-A969AA71D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326" y="606205"/>
            <a:ext cx="6929722" cy="2822795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101AF3C-C568-9A30-6BDC-FECF6042B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-443328" y="3788783"/>
            <a:ext cx="6929722" cy="306921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3D3F6D96-EDEE-86CA-3D19-22B844E90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568" y="3788782"/>
            <a:ext cx="6397973" cy="306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79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E4EAEEE9-A7D7-07E6-1CE0-1FC89C8BB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4BA9905-93B0-CC90-CE90-8F99F9B73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5527"/>
            <a:ext cx="6096000" cy="2593473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33355E4-F32A-AC99-248C-6714D93931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790" y="835527"/>
            <a:ext cx="5795210" cy="25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62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9236D-C039-4E34-8260-077DAD70E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İstifadə</a:t>
            </a:r>
            <a:r>
              <a:rPr lang="en-US" dirty="0"/>
              <a:t> </a:t>
            </a:r>
            <a:r>
              <a:rPr lang="en-US" dirty="0" err="1"/>
              <a:t>qaydası</a:t>
            </a:r>
            <a:endParaRPr lang="az-Latn-AZ" dirty="0"/>
          </a:p>
          <a:p>
            <a:r>
              <a:rPr lang="en-US" dirty="0"/>
              <a:t>(</a:t>
            </a:r>
            <a:r>
              <a:rPr lang="en-US" dirty="0" err="1"/>
              <a:t>həftədə</a:t>
            </a:r>
            <a:r>
              <a:rPr lang="en-US" dirty="0"/>
              <a:t> 4dəfə)-</a:t>
            </a:r>
            <a:r>
              <a:rPr lang="en-US" dirty="0" err="1"/>
              <a:t>Həftənin</a:t>
            </a:r>
            <a:r>
              <a:rPr lang="en-US" dirty="0"/>
              <a:t> 2 </a:t>
            </a:r>
            <a:r>
              <a:rPr lang="en-US" dirty="0" err="1"/>
              <a:t>və</a:t>
            </a:r>
            <a:r>
              <a:rPr lang="en-US" dirty="0"/>
              <a:t> 3cü </a:t>
            </a:r>
            <a:r>
              <a:rPr lang="en-US" dirty="0" err="1"/>
              <a:t>günü</a:t>
            </a:r>
            <a:r>
              <a:rPr lang="en-US" dirty="0"/>
              <a:t> </a:t>
            </a:r>
            <a:r>
              <a:rPr lang="en-US" dirty="0" err="1"/>
              <a:t>günorta</a:t>
            </a:r>
            <a:r>
              <a:rPr lang="en-US" dirty="0"/>
              <a:t> </a:t>
            </a:r>
            <a:r>
              <a:rPr lang="en-US" dirty="0" err="1"/>
              <a:t>yeməkdən</a:t>
            </a:r>
            <a:r>
              <a:rPr lang="en-US" dirty="0"/>
              <a:t> 1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tox </a:t>
            </a:r>
            <a:r>
              <a:rPr lang="en-US" dirty="0" err="1"/>
              <a:t>qarnına</a:t>
            </a:r>
            <a:r>
              <a:rPr lang="en-US" dirty="0"/>
              <a:t> 1tablet/</a:t>
            </a:r>
            <a:r>
              <a:rPr lang="en-US" dirty="0" err="1"/>
              <a:t>ilığ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ilə</a:t>
            </a:r>
            <a:endParaRPr lang="az-Latn-AZ" dirty="0"/>
          </a:p>
          <a:p>
            <a:r>
              <a:rPr lang="en-US" dirty="0"/>
              <a:t>-</a:t>
            </a:r>
            <a:r>
              <a:rPr lang="en-US" dirty="0" err="1"/>
              <a:t>Həftənin</a:t>
            </a:r>
            <a:r>
              <a:rPr lang="en-US" dirty="0"/>
              <a:t> 5və 6cı </a:t>
            </a:r>
            <a:r>
              <a:rPr lang="en-US" dirty="0" err="1"/>
              <a:t>günü</a:t>
            </a:r>
            <a:r>
              <a:rPr lang="en-US" dirty="0"/>
              <a:t> </a:t>
            </a:r>
            <a:r>
              <a:rPr lang="en-US" dirty="0" err="1"/>
              <a:t>axşam</a:t>
            </a:r>
            <a:r>
              <a:rPr lang="en-US" dirty="0"/>
              <a:t> </a:t>
            </a:r>
            <a:r>
              <a:rPr lang="en-US" dirty="0" err="1"/>
              <a:t>yatmazdan</a:t>
            </a:r>
            <a:r>
              <a:rPr lang="en-US" dirty="0"/>
              <a:t> </a:t>
            </a:r>
            <a:r>
              <a:rPr lang="en-US" dirty="0" err="1"/>
              <a:t>əvvəl</a:t>
            </a:r>
            <a:r>
              <a:rPr lang="en-US" dirty="0"/>
              <a:t> 1tab/</a:t>
            </a:r>
            <a:r>
              <a:rPr lang="en-US" dirty="0" err="1"/>
              <a:t>ilığ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ilə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219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Teması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mehemmedbayramzade8418@gmail.com</dc:creator>
  <cp:lastModifiedBy>Mahammad S. Isgandarov</cp:lastModifiedBy>
  <cp:revision>3</cp:revision>
  <dcterms:created xsi:type="dcterms:W3CDTF">2024-07-22T08:33:35Z</dcterms:created>
  <dcterms:modified xsi:type="dcterms:W3CDTF">2026-04-13T14:13:03Z</dcterms:modified>
</cp:coreProperties>
</file>